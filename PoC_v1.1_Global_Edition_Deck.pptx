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v1.1 – Global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cloud platform for SMEs and educational institutions (public &amp; private schools)</a:t>
            </a:r>
          </a:p>
          <a:p>
            <a:r>
              <a:t>Globally applicable • Vendor-neutral (Rocky Linux or AlmaLinux) • Evaluation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(Global)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cloud costs and vendor lock-in</a:t>
            </a:r>
          </a:p>
          <a:p>
            <a:r>
              <a:t>Limited local data control / sovereignty needs</a:t>
            </a:r>
          </a:p>
          <a:p>
            <a:r>
              <a:t>E-waste from retired corporate IT assets</a:t>
            </a:r>
          </a:p>
          <a:p>
            <a:r>
              <a:t>Schools and SMEs need affordable, secure digital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multi-tenant cloud platform built from repurposed corporate desktops/laptops</a:t>
            </a:r>
          </a:p>
          <a:p>
            <a:r>
              <a:t>Logical tenant isolation per SME / school / NGO</a:t>
            </a:r>
          </a:p>
          <a:p>
            <a:r>
              <a:t>Distributed storage with replication + self-healing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Hybrid Access (Public Internet + Private 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 web portal for users (students, teachers, NGO staff, SME users)</a:t>
            </a:r>
          </a:p>
          <a:p>
            <a:r>
              <a:t>VPN access for administrators and SME backups</a:t>
            </a:r>
          </a:p>
          <a:p>
            <a:r>
              <a:t>No public exposure of SMB/NFS storage 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Access – Visual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 Users → Firewall → DMZ Web Portal (HTTPS) → Tenant Space → Storage Cluster</a:t>
            </a:r>
          </a:p>
          <a:p>
            <a:r>
              <a:t>Administrators/Backups → VPN → Internal Network → Storage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Education-Specific Controls (Child Safety)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access via web portal only (HTTPS)</a:t>
            </a:r>
          </a:p>
          <a:p>
            <a:r>
              <a:t>Role separation: Student / Teacher / Administrator</a:t>
            </a:r>
          </a:p>
          <a:p>
            <a:r>
              <a:t>Least-privilege permissions + audit logging</a:t>
            </a:r>
          </a:p>
          <a:p>
            <a:r>
              <a:t>Admin functions restricted to VPN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RHEL-compatible Linux nodes (Rocky Linux or AlmaLinux)</a:t>
            </a:r>
          </a:p>
          <a:p>
            <a:r>
              <a:t>Distributed storage layer (GlusterFS; Ceph-ready path)</a:t>
            </a:r>
          </a:p>
          <a:p>
            <a:r>
              <a:t>Monitoring/logging for availability and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Financial Snapshot (Pilot – Universal)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CapEx by reusing retired hardware</a:t>
            </a:r>
          </a:p>
          <a:p>
            <a:r>
              <a:t>Shared OpEx across multiple tenants</a:t>
            </a:r>
          </a:p>
          <a:p>
            <a:r>
              <a:t>Per-tenant costs decrease as tenant count increases</a:t>
            </a:r>
          </a:p>
          <a:p>
            <a:r>
              <a:t>Typical savings vs commercial cloud: 60–80% (indicative)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Customisation (1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Adjust: data residency, identity/MFA, retention, education policies, procurement wording, local pricing</a:t>
            </a:r>
          </a:p>
          <a:p>
            <a:r>
              <a:t>Keep: architecture, access model, tenant isolation, security posture, sustainability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Deployment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one core platform; localise via a compliance layer</a:t>
            </a:r>
          </a:p>
          <a:p>
            <a:r>
              <a:t>Operate via: owner-managed service, NGO operator, or licensed regional operator</a:t>
            </a:r>
          </a:p>
          <a:p>
            <a:r>
              <a:t>Scale by adding nodes/tenants without redesign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&amp; Licensing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Documentation, diagrams, and service methodology are copyrighted by the owner</a:t>
            </a:r>
          </a:p>
          <a:p>
            <a:r>
              <a:t>No open license is granted in the repository</a:t>
            </a:r>
          </a:p>
          <a:p>
            <a:r>
              <a:t>Open-source components remain under their original licenses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/ Partnership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funding to onboard SMEs and schools</a:t>
            </a:r>
          </a:p>
          <a:p>
            <a:r>
              <a:t>Measure cost savings, reliability, and sustainability impact</a:t>
            </a:r>
          </a:p>
          <a:p>
            <a:r>
              <a:t>Produce a repeatable deployment playbook for wider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401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PoC v1.1 – Global Edition</vt:lpstr>
      <vt:lpstr>The Problem (Global)</vt:lpstr>
      <vt:lpstr>The Solution</vt:lpstr>
      <vt:lpstr>Hybrid Access (Public Internet + Private Network)</vt:lpstr>
      <vt:lpstr>Hybrid Access – Visual (Simplified)</vt:lpstr>
      <vt:lpstr>Education-Specific Controls (Child Safety)</vt:lpstr>
      <vt:lpstr>Architecture (High-Level)</vt:lpstr>
      <vt:lpstr>Financial Snapshot (Pilot – Universal)</vt:lpstr>
      <vt:lpstr>Country Customisation (1 Slide)</vt:lpstr>
      <vt:lpstr>Global Deployment Model</vt:lpstr>
      <vt:lpstr>IP &amp; Licensing Position</vt:lpstr>
      <vt:lpstr>Funding / Partnership 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Edly Nipaya Alvarez</dc:creator>
  <cp:keywords/>
  <dc:description>generated using python-pptx</dc:description>
  <cp:lastModifiedBy>Ed Alvarez</cp:lastModifiedBy>
  <cp:revision>2</cp:revision>
  <dcterms:created xsi:type="dcterms:W3CDTF">2013-01-27T09:14:16Z</dcterms:created>
  <dcterms:modified xsi:type="dcterms:W3CDTF">2025-12-17T11:59:46Z</dcterms:modified>
  <cp:category/>
</cp:coreProperties>
</file>